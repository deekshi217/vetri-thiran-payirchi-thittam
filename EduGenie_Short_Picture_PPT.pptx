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502920"/>
            <a:ext cx="5486400" cy="3200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143000"/>
            <a:ext cx="5486400" cy="6400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defRPr sz="3900" b="1">
                <a:solidFill>
                  <a:srgbClr val="FFFFFF"/>
                </a:solidFill>
                <a:latin typeface="Aptos"/>
              </a:defRPr>
            </a:pPr>
            <a:r>
              <a:t>EDUGENIE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920240"/>
            <a:ext cx="5852160" cy="12344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defRPr sz="2900" b="1">
                <a:solidFill>
                  <a:srgbClr val="DBE6FF"/>
                </a:solidFill>
                <a:latin typeface="Aptos"/>
              </a:defRPr>
            </a:pPr>
            <a:r>
              <a:t>Google Gemini-Powered</a:t>
            </a:r>
            <a:br/>
            <a:r>
              <a:t>Learning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429000"/>
            <a:ext cx="548640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defRPr sz="1700" b="0">
                <a:solidFill>
                  <a:srgbClr val="3EC9D2"/>
                </a:solidFill>
                <a:latin typeface="Aptos"/>
              </a:defRPr>
            </a:pPr>
            <a:r>
              <a:t>Learn smarter. Ask freely. Practise anytime.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257800"/>
            <a:ext cx="36576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defRPr sz="1100" b="1">
                <a:solidFill>
                  <a:srgbClr val="BECBE5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50992"/>
            <a:ext cx="45720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defRPr sz="1200" b="0">
                <a:solidFill>
                  <a:srgbClr val="BECBE5"/>
                </a:solidFill>
                <a:latin typeface="Aptos"/>
              </a:defRPr>
            </a:pPr>
            <a:r>
              <a:t>Presented by: ____________________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defRPr sz="800" b="1">
                <a:solidFill>
                  <a:srgbClr val="BECAE2"/>
                </a:solidFill>
                <a:latin typeface="Aptos"/>
              </a:defRPr>
            </a:pPr>
            <a:r>
              <a:t>EDUGENIE  •  GEMINI-POWERED LEARNING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defRPr sz="900" b="1">
                <a:solidFill>
                  <a:srgbClr val="BECAE2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defRPr sz="2900" b="1">
                <a:solidFill>
                  <a:srgbClr val="121C38"/>
                </a:solidFill>
                <a:latin typeface="Aptos"/>
              </a:defRPr>
            </a:pPr>
            <a:r>
              <a:t>1. What is EduGenie?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914400" cy="64008"/>
          </a:xfrm>
          <a:prstGeom prst="rect">
            <a:avLst/>
          </a:prstGeom>
          <a:solidFill>
            <a:srgbClr val="3E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defRPr sz="1300" b="0">
                <a:solidFill>
                  <a:srgbClr val="5F6A7D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4937760" cy="1508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defRPr sz="2300" b="1">
                <a:solidFill>
                  <a:srgbClr val="121C38"/>
                </a:solidFill>
                <a:latin typeface="Aptos"/>
              </a:defRPr>
            </a:pPr>
            <a:r>
              <a:t>EduGenie is an AI learning helper that uses Google Gemini to answer student questions in simple language.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0"/>
            <a:ext cx="4572000" cy="18288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263044"/>
                </a:solidFill>
                <a:latin typeface="Aptos"/>
              </a:defRPr>
            </a:pPr>
            <a:r>
              <a:t>•  Explains difficult topics</a:t>
            </a:r>
          </a:p>
          <a:p>
            <a:pPr>
              <a:spcAft>
                <a:spcPts val="1600"/>
              </a:spcAft>
              <a:defRPr sz="1800">
                <a:solidFill>
                  <a:srgbClr val="263044"/>
                </a:solidFill>
                <a:latin typeface="Aptos"/>
              </a:defRPr>
            </a:pPr>
            <a:r>
              <a:t>•  Creates short notes and examples</a:t>
            </a:r>
          </a:p>
          <a:p>
            <a:pPr>
              <a:spcAft>
                <a:spcPts val="1600"/>
              </a:spcAft>
              <a:defRPr sz="1800">
                <a:solidFill>
                  <a:srgbClr val="263044"/>
                </a:solidFill>
                <a:latin typeface="Aptos"/>
              </a:defRPr>
            </a:pPr>
            <a:r>
              <a:t>•  Helps students practise</a:t>
            </a:r>
          </a:p>
        </p:txBody>
      </p:sp>
      <p:pic>
        <p:nvPicPr>
          <p:cNvPr id="7" name="Picture 6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600200"/>
            <a:ext cx="530352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defRPr sz="800" b="1">
                <a:solidFill>
                  <a:srgbClr val="7D899E"/>
                </a:solidFill>
                <a:latin typeface="Aptos"/>
              </a:defRPr>
            </a:pPr>
            <a:r>
              <a:t>EDUGENIE  •  GEMINI-POWERED LEARNING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defRPr sz="900" b="1">
                <a:solidFill>
                  <a:srgbClr val="7D899E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defRPr sz="2900" b="1">
                <a:solidFill>
                  <a:srgbClr val="121C38"/>
                </a:solidFill>
                <a:latin typeface="Aptos"/>
              </a:defRPr>
            </a:pPr>
            <a:r>
              <a:t>2. Main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914400" cy="64008"/>
          </a:xfrm>
          <a:prstGeom prst="rect">
            <a:avLst/>
          </a:prstGeom>
          <a:solidFill>
            <a:srgbClr val="3E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defRPr sz="1300" b="0">
                <a:solidFill>
                  <a:srgbClr val="5F6A7D"/>
                </a:solidFill>
                <a:latin typeface="Aptos"/>
              </a:defRPr>
            </a:pPr>
            <a:r>
              <a:t>Four key ways EduGenie helps</a:t>
            </a:r>
          </a:p>
        </p:txBody>
      </p:sp>
      <p:pic>
        <p:nvPicPr>
          <p:cNvPr id="5" name="Picture 4" descr="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00200"/>
            <a:ext cx="1033272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defRPr sz="800" b="1">
                <a:solidFill>
                  <a:srgbClr val="7D899E"/>
                </a:solidFill>
                <a:latin typeface="Aptos"/>
              </a:defRPr>
            </a:pPr>
            <a:r>
              <a:t>EDUGENIE  •  GEMINI-POWERED LEARNING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defRPr sz="900" b="1">
                <a:solidFill>
                  <a:srgbClr val="7D899E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defRPr sz="2900" b="1">
                <a:solidFill>
                  <a:srgbClr val="121C38"/>
                </a:solidFill>
                <a:latin typeface="Aptos"/>
              </a:defRPr>
            </a:pPr>
            <a:r>
              <a:t>3. 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914400" cy="64008"/>
          </a:xfrm>
          <a:prstGeom prst="rect">
            <a:avLst/>
          </a:prstGeom>
          <a:solidFill>
            <a:srgbClr val="3E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defRPr sz="1300" b="0">
                <a:solidFill>
                  <a:srgbClr val="5F6A7D"/>
                </a:solidFill>
                <a:latin typeface="Aptos"/>
              </a:defRPr>
            </a:pPr>
            <a:r>
              <a:t>Simple student-to-AI workflow</a:t>
            </a:r>
          </a:p>
        </p:txBody>
      </p:sp>
      <p:pic>
        <p:nvPicPr>
          <p:cNvPr id="5" name="Picture 4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10835640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5440680"/>
            <a:ext cx="1033272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defRPr sz="1800" b="1">
                <a:solidFill>
                  <a:srgbClr val="121C38"/>
                </a:solidFill>
                <a:latin typeface="Aptos"/>
              </a:defRPr>
            </a:pPr>
            <a:r>
              <a:t>Ask a question  →  Gemini creates a response  →  Student learns and practises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defRPr sz="800" b="1">
                <a:solidFill>
                  <a:srgbClr val="7D899E"/>
                </a:solidFill>
                <a:latin typeface="Aptos"/>
              </a:defRPr>
            </a:pPr>
            <a:r>
              <a:t>EDUGENIE  •  GEMINI-POWERED LEARNING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defRPr sz="900" b="1">
                <a:solidFill>
                  <a:srgbClr val="7D899E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defRPr sz="2900" b="1">
                <a:solidFill>
                  <a:srgbClr val="121C38"/>
                </a:solidFill>
                <a:latin typeface="Aptos"/>
              </a:defRPr>
            </a:pPr>
            <a:r>
              <a:t>4. Technology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914400" cy="64008"/>
          </a:xfrm>
          <a:prstGeom prst="rect">
            <a:avLst/>
          </a:prstGeom>
          <a:solidFill>
            <a:srgbClr val="3E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defRPr sz="1300" b="0">
                <a:solidFill>
                  <a:srgbClr val="5F6A7D"/>
                </a:solidFill>
                <a:latin typeface="Aptos"/>
              </a:defRPr>
            </a:pPr>
            <a:r>
              <a:t>Main components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00200"/>
            <a:ext cx="10972800" cy="3886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623560"/>
            <a:ext cx="1069848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defRPr sz="1500" b="1">
                <a:solidFill>
                  <a:srgbClr val="121C38"/>
                </a:solidFill>
                <a:latin typeface="Aptos"/>
              </a:defRPr>
            </a:pPr>
            <a:r>
              <a:t>Suggested tools: Google Gemini API • HTML/CSS/JavaScript • Python or Node.js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defRPr sz="800" b="1">
                <a:solidFill>
                  <a:srgbClr val="7D899E"/>
                </a:solidFill>
                <a:latin typeface="Aptos"/>
              </a:defRPr>
            </a:pPr>
            <a:r>
              <a:t>EDUGENIE  •  GEMINI-POWERED LEARNING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defRPr sz="900" b="1">
                <a:solidFill>
                  <a:srgbClr val="7D899E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"/>
              </a:defRPr>
            </a:pPr>
            <a:r>
              <a:t>5. Benefits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914400" cy="64008"/>
          </a:xfrm>
          <a:prstGeom prst="rect">
            <a:avLst/>
          </a:prstGeom>
          <a:solidFill>
            <a:srgbClr val="3EC9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143000"/>
            <a:ext cx="1097280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defRPr sz="1300" b="0">
                <a:solidFill>
                  <a:srgbClr val="D2DCF0"/>
                </a:solidFill>
                <a:latin typeface="Aptos"/>
              </a:defRPr>
            </a:pPr>
            <a:r>
              <a:t>Why EduGenie is useful</a:t>
            </a:r>
          </a:p>
        </p:txBody>
      </p:sp>
      <p:pic>
        <p:nvPicPr>
          <p:cNvPr id="5" name="Picture 4" descr="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54480"/>
            <a:ext cx="566928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29400" y="1828800"/>
            <a:ext cx="4663440" cy="29260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Quick learning support</a:t>
            </a:r>
          </a:p>
          <a:p>
            <a:pPr>
              <a:spcAft>
                <a:spcPts val="16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Self-paced study</a:t>
            </a:r>
          </a:p>
          <a:p>
            <a:pPr>
              <a:spcAft>
                <a:spcPts val="16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Simple explanations and practice</a:t>
            </a:r>
          </a:p>
          <a:p>
            <a:pPr>
              <a:spcAft>
                <a:spcPts val="16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 Always verify important AI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5074920"/>
            <a:ext cx="4114800" cy="5943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defRPr sz="2900" b="1">
                <a:solidFill>
                  <a:srgbClr val="3EC9D2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>
              <a:defRPr sz="800" b="1">
                <a:solidFill>
                  <a:srgbClr val="BECAE2"/>
                </a:solidFill>
                <a:latin typeface="Aptos"/>
              </a:defRPr>
            </a:pPr>
            <a:r>
              <a:t>EDUGENIE  •  GEMINI-POWERED LEARNING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defRPr sz="900" b="1">
                <a:solidFill>
                  <a:srgbClr val="BECAE2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